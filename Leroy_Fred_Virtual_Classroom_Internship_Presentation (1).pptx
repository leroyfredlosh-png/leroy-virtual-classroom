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DESIGN AND IMPLEMENTATION OF AN AR/VR ENVIRONMENT</a:t>
            </a:r>
          </a:p>
          <a:p>
            <a:pPr>
              <a:defRPr sz="2400">
                <a:solidFill>
                  <a:srgbClr val="B4E1EB"/>
                </a:solidFill>
              </a:defRPr>
            </a:pPr>
            <a:r>
              <a:t>FOR TEACHERS AND STUDENTS TO MEET FOR ONLINE CLASSES</a:t>
            </a:r>
          </a:p>
          <a:p>
            <a:pPr>
              <a:spcBef>
                <a:spcPts val="2000"/>
              </a:spcBef>
              <a:defRPr sz="1700">
                <a:solidFill>
                  <a:srgbClr val="FFFFFF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Presented by: NFOTA LEROY-FRED EWONJUG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Matricule: 25F976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Department: Computer Engineering — Software Engineering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New Generation Technologies | June 1 – August 30, 2026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Academic Year: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Internship context and project background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Problem statement, aim and objectives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System analysis and architecture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Technologies and implementation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Testing, results and limitations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Conclusion and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Internship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Host organization: New Generation Technologies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Programme: Computer Engineering — Software Engineering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Internship period: June 1 to August 30, 2026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Focus: practical software engineering and web application development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Experience covered the software development life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Project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Online learning has expanded remote teacher–student interaction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Conventional platforms rely mainly on video, audio, chat and documents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These approaches can provide limited immersion and social presence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 project explores a foundation that can later be extended toward AR/VR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Limited classroom immersion in conventional online learning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Reduced sense of social presence and interaction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Limited interaction with three-dimensional learning resources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Fragmentation between classroom management and communication tools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Need for a structured platform that can evolve toward immersive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Aim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Design and implement a virtual classroom environment for teachers and students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Enable users to authenticate and access classroom information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Support room management and scheduling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Provide browser-based real-time audio/video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Create a foundation for future immersive AR/VR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Specific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Analyze limitations of conventional online learning environments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Design a user-friendly online classroom platform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Develop registration and login functionality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Provide teacher-oriented classroom management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Implement password hashing and JWT authentication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Provide browser-based real-time audio/video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Test, debug and document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Significance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Students: structured environment for online learning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Teachers: classroom, room and schedule management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Institutions: demonstration of emerging educational technologies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Software engineering: integration of frontend, backend, authentication, networking and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Authentication and user access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Teacher dashboard and classroom functions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Rooms and schedules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Activities and internship check-ins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Backend operational monitoring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Browser audio/video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 complete immersive 3D WebXR classroom is outside the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Project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Operational data is stored in memory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Internet connectivity is required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Browser camera/microphone permissions are required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Reliable production calls may require TURN infrastructure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 completed immersive WebXR layer is not yet implemented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 current system is best presented as a web-based virtual classroom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Development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Requirements analysis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Source-code and repository review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Interface design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Backend/API implementation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Frontend–backend integration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Testing and debugging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Documentation 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System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Teacher — register/login, dashboard, create and manage rooms, enter live sessions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Student/Participant — join a classroom and communicate through audio/video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Operator/Administrator — monitor rooms and operational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Register users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Authenticate users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Retrieve authenticated identity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Display dashboard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Create and list rooms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Display schedules and activities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Record check-ins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Exchange WebRTC signaling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Control microphone and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Usability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Security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Reliability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Maintainability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Responsiveness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Performance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03A"/>
                </a:solidFill>
              </a:defRPr>
            </a:pPr>
            <a:r>
              <a:t>Browser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82880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03A"/>
                </a:solidFill>
              </a:defRPr>
            </a:pPr>
            <a:r>
              <a:t>HTML / CSS / 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82880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03A"/>
                </a:solidFill>
              </a:defRPr>
            </a:pPr>
            <a:r>
              <a:t>Node.js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03A"/>
                </a:solidFill>
              </a:defRPr>
            </a:pPr>
            <a:r>
              <a:t>APIs + Signaling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02336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7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03A"/>
                </a:solidFill>
              </a:defRPr>
            </a:pPr>
            <a:r>
              <a:t>Peer-to-Peer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32A34"/>
                </a:solidFill>
              </a:defRPr>
            </a:pPr>
            <a:r>
              <a:t>• Frontend manages user interaction</a:t>
            </a:r>
          </a:p>
          <a:p>
            <a:pPr>
              <a:spcAft>
                <a:spcPts val="1300"/>
              </a:spcAft>
              <a:defRPr sz="1300">
                <a:solidFill>
                  <a:srgbClr val="232A34"/>
                </a:solidFill>
              </a:defRPr>
            </a:pPr>
            <a:r>
              <a:t>• Node.js provides APIs, authentication and signaling</a:t>
            </a:r>
          </a:p>
          <a:p>
            <a:pPr>
              <a:spcAft>
                <a:spcPts val="1300"/>
              </a:spcAft>
              <a:defRPr sz="1300">
                <a:solidFill>
                  <a:srgbClr val="232A34"/>
                </a:solidFill>
              </a:defRPr>
            </a:pPr>
            <a:r>
              <a:t>• WebRTC carries browser media between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Open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Login /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7373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5661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Media permission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5661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WebRTC signaling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5661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Live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67BE"/>
                </a:solidFill>
              </a:defRPr>
            </a:pPr>
            <a: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Frontend: HTML5, CSS3, JavaScript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Backend: Node.js and HTTP server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Authentication: bcryptjs + JSON Web Tokens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Real-time communication: WebRTC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7373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67BE"/>
                </a:solidFill>
              </a:defRPr>
            </a:pPr>
            <a:r>
              <a:t>Supporting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24028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Package management: NPM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Testing: Node.js test runner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Version control/documentation: Git/GitHub and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67BE"/>
                </a:solidFill>
              </a:defRPr>
            </a:pPr>
            <a: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package.json / package-lock.json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README.md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frontend/login.html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frontend/script.js and style.css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7373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67BE"/>
                </a:solidFill>
              </a:defRPr>
            </a:pPr>
            <a:r>
              <a:t>Supporting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24028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frontend/call.html, call.js and call.css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backend/server.js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backend/backend.html, backend.js and backend.css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</a:defRPr>
            </a:pPr>
            <a:r>
              <a:t>• backend/auth.test.js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Authentication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Login interface accepts email and password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Registration collects user details and password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Passwords are hashed with bcryptjs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JWT is issued after successful login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Protected API routes verify bearer tokens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Password-reset tokens are designed to expire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19</a:t>
            </a:r>
          </a:p>
        </p:txBody>
      </p:sp>
      <p:pic>
        <p:nvPicPr>
          <p:cNvPr id="7" name="Picture 6" descr="imag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Teacher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Live-room information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statistics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Schedules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Recent activities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creation controls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Central workspace for classroom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20</a:t>
            </a:r>
          </a:p>
        </p:txBody>
      </p:sp>
      <p:pic>
        <p:nvPicPr>
          <p:cNvPr id="7" name="Picture 6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Room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Rooms can be listed through the room API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Teachers can create rooms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creation uses fields such as title, year and subject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Rooms provide the entry point for live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 architecture can later support persistent class membership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21</a:t>
            </a:r>
          </a:p>
        </p:txBody>
      </p:sp>
      <p:pic>
        <p:nvPicPr>
          <p:cNvPr id="7" name="Picture 6" descr="im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Virtual Call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Uses browser media APIs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RTCPeerConnection supports peer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Microphone and camera can be enabled or disabled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Backend endpoints support signaling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Browser permissions are required for media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22</a:t>
            </a:r>
          </a:p>
        </p:txBody>
      </p:sp>
      <p:pic>
        <p:nvPicPr>
          <p:cNvPr id="7" name="Picture 6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Backend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Operational monitoring interface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Supports backend/room-related visibility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Connected to Node.js server functionality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Useful for administration and troubleshooting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Demonstrates separation between user-facing UI and operational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23</a:t>
            </a:r>
          </a:p>
        </p:txBody>
      </p:sp>
      <p:pic>
        <p:nvPicPr>
          <p:cNvPr id="7" name="Picture 6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API and Client–Server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Frontend JavaScript sends requests to Node.js endpoints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Authentication requests establish user identity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Protected requests carry bearer JWT tokens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and dashboard data are returned through APIs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WebRTC signaling messages pass through server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24</a:t>
            </a:r>
          </a:p>
        </p:txBody>
      </p:sp>
      <p:pic>
        <p:nvPicPr>
          <p:cNvPr id="7" name="Picture 6" descr="im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7033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Security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bcryptjs password hashing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JWT verification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Bearer-token protected routes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Expiring reset tokens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Environment-managed authentication secret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HTTPS recommended for production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Authentication and protected endpoints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API behavior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Registration and login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creation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WebRTC workflow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Automated authentication tests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Functional verification and 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Unauthenticated /api/auth/me → 401 Unauthorized — Passed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Valid token /api/auth/me → 200 + user identity — Passed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Unauthenticated /api/dashboard → 401 Unauthorized — Passed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Valid registration → account created — Implemented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Valid login → JWT returned — Implemented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Valid room creation → room created — Implemented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Automated suite: 3 passes, 0 failures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5623560"/>
            <a:ext cx="3840480" cy="594360"/>
          </a:xfrm>
          <a:prstGeom prst="round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AUTOMATED TESTS: 3 PASSES • 0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Challenges and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Challenge: frontend/backend interaction → solved through API inspection and incremental testing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Challenge: authentication state → verified JWT flow and protected endpoints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Challenge: WebRTC signaling → tested peer-connection workflow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Challenge: browser media permissions → handled through browser permission controls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Challenge: integration issues → debugging and step-by-step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Results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Functional web-based virtual classroom foundation achieved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Authentication and teacher workspace are integrated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Room management is implemented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WebRTC signaling supports browser communication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Architecture is coherent and expandable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Main gaps are persistent storage and full immersive WebXR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</a:defRPr>
            </a:pPr>
            <a:r>
              <a:t>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143000" cy="64008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 internship strengthened practical software engineering skills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The project demonstrates a functional virtual classroom prototype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Future versions should add MySQL/PostgreSQL persistence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Add dedicated student dashboards, attendance and class membership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Add chat, file sharing, assignments and notifications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Configure TURN and HTTPS for reliable production use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• Develop 3D WebXR classrooms, avatars, spatial audio and virtual laboratories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NFOTA LEROY-FRED EWONJUG  •  Software Engineering  •  2026/2027   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